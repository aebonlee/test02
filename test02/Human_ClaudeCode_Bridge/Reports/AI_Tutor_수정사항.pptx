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5016"/>
                </a:solidFill>
              </a:rPr>
              <a:t>AI Tutor UI 수정 사항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SSAL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2025. 12. 28.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AI Tutor 초기 화면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594360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640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수정 사항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0" y="1005840"/>
            <a:ext cx="228600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1097280"/>
            <a:ext cx="21031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1. 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2. 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3. 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4. 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5. 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114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※ 수정이 필요한 부분을 표시하고 내용을 기재해 주세요.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추가 수정 사항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8412480" cy="3657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추가 스크린샷이나 수정 사항을 여기에 기재해 주세요.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Tutor UI 수정 사항</dc:title>
  <dc:subject>UI 개선 요청</dc:subject>
  <dc:creator>SSAL Works</dc:creator>
  <cp:lastModifiedBy>SSAL Works</cp:lastModifiedBy>
  <cp:revision>1</cp:revision>
  <dcterms:created xsi:type="dcterms:W3CDTF">2025-12-28T11:44:51Z</dcterms:created>
  <dcterms:modified xsi:type="dcterms:W3CDTF">2025-12-28T11:44:51Z</dcterms:modified>
</cp:coreProperties>
</file>